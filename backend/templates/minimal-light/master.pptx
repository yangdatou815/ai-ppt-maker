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0" cy="45720"/>
          </a:xfrm>
          <a:prstGeom prst="rect">
            <a:avLst/>
          </a:prstGeom>
          <a:solidFill>
            <a:srgbClr val="E25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Inter"/>
              </a:rPr>
              <a:t>Cover 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Inter"/>
              </a:rPr>
              <a:t>Subtitle / one-line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Inter"/>
              </a:rPr>
              <a:t>minimal-light · master.pptx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Inter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0" cy="45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1.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2.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3.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4.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E2532E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Section Divider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Inter"/>
              </a:rPr>
              <a:t>Bullets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• First main point with a short clarifying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• Second point — concise, action-oriented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• Third point references prior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• Fourth point closes the argument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Inter"/>
              </a:rPr>
              <a:t>Image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Bullet on the left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Image on the right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Aspect ratio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Golden-ratio framing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94960" cy="365760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Inter"/>
              </a:rPr>
              <a:t>[ image placeholder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Inter"/>
              </a:rPr>
              <a:t>Table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8001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Inter"/>
                        </a:rPr>
                        <a:t>Q3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Inter"/>
                        </a:rPr>
                        <a:t>Q4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$1.8M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12k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21k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Inter"/>
                        </a:rPr>
                        <a:t>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731520" cy="45720"/>
          </a:xfrm>
          <a:prstGeom prst="rect">
            <a:avLst/>
          </a:prstGeom>
          <a:solidFill>
            <a:srgbClr val="E25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1A1A1A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FFFFFF"/>
      </a:dk2>
      <a:lt2>
        <a:srgbClr val="F4F1EA"/>
      </a:lt2>
      <a:accent1>
        <a:srgbClr val="FAFAF7"/>
      </a:accent1>
      <a:accent2>
        <a:srgbClr val="E2532E"/>
      </a:accent2>
      <a:accent3>
        <a:srgbClr val="6B6B6B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Inte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Inte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