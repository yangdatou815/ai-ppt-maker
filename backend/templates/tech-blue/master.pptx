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011680"/>
            <a:ext cx="731520" cy="4572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0B0B0F"/>
                </a:solidFill>
                <a:latin typeface="Inter"/>
              </a:rPr>
              <a:t>Cover 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6B7280"/>
                </a:solidFill>
                <a:latin typeface="Inter"/>
              </a:rPr>
              <a:t>Subtitle / one-line value proposition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>tech-blue · master.pptx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B0B0F"/>
                </a:solidFill>
                <a:latin typeface="Inter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731520" cy="45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B0B0F"/>
                </a:solidFill>
                <a:latin typeface="Inter"/>
              </a:rPr>
              <a:t>1. 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39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B0B0F"/>
                </a:solidFill>
                <a:latin typeface="Inter"/>
              </a:rPr>
              <a:t>2.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B0B0F"/>
                </a:solidFill>
                <a:latin typeface="Inter"/>
              </a:rPr>
              <a:t>3.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599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B0B0F"/>
                </a:solidFill>
                <a:latin typeface="Inter"/>
              </a:rPr>
              <a:t>4.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6F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>
                <a:solidFill>
                  <a:srgbClr val="39D0D8"/>
                </a:solidFill>
                <a:latin typeface="Inter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77440" y="29260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6F8FB"/>
                </a:solidFill>
                <a:latin typeface="Inter"/>
              </a:rPr>
              <a:t>Section Divider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0B0F"/>
                </a:solidFill>
                <a:latin typeface="Inter"/>
              </a:rPr>
              <a:t>Bullets layout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548640" cy="45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B0B0F"/>
                </a:solidFill>
                <a:latin typeface="Inter"/>
              </a:rPr>
              <a:t>• First main point with a short clarifying clause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B0B0F"/>
                </a:solidFill>
                <a:latin typeface="Inter"/>
              </a:rPr>
              <a:t>• Second point — concise, action-oriented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B0B0F"/>
                </a:solidFill>
                <a:latin typeface="Inter"/>
              </a:rPr>
              <a:t>• Third point references prior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6615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B0B0F"/>
                </a:solidFill>
                <a:latin typeface="Inter"/>
              </a:rPr>
              <a:t>• Fourth point closes the argument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0B0F"/>
                </a:solidFill>
                <a:latin typeface="Inter"/>
              </a:rPr>
              <a:t>Image layout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548640" cy="45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B0B0F"/>
                </a:solidFill>
                <a:latin typeface="Inter"/>
              </a:rPr>
              <a:t>• Bullet on the left half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39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B0B0F"/>
                </a:solidFill>
                <a:latin typeface="Inter"/>
              </a:rPr>
              <a:t>• Image on the right half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B0B0F"/>
                </a:solidFill>
                <a:latin typeface="Inter"/>
              </a:rPr>
              <a:t>• Aspect ratio preserved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599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B0B0F"/>
                </a:solidFill>
                <a:latin typeface="Inter"/>
              </a:rPr>
              <a:t>• Golden-ratio framing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737360"/>
            <a:ext cx="5394960" cy="365760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33832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6F8FB"/>
                </a:solidFill>
                <a:latin typeface="Inter"/>
              </a:rPr>
              <a:t>[ image placeholder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0B0F"/>
                </a:solidFill>
                <a:latin typeface="Inter"/>
              </a:rPr>
              <a:t>Table layout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548640" cy="45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737360"/>
          <a:ext cx="106070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5680"/>
                <a:gridCol w="3535680"/>
                <a:gridCol w="3535680"/>
              </a:tblGrid>
              <a:tr h="8001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6F8FB"/>
                          </a:solidFill>
                          <a:latin typeface="Inter"/>
                        </a:rPr>
                        <a:t>Metric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6F8FB"/>
                          </a:solidFill>
                          <a:latin typeface="Inter"/>
                        </a:rPr>
                        <a:t>Q3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6F8FB"/>
                          </a:solidFill>
                          <a:latin typeface="Inter"/>
                        </a:rPr>
                        <a:t>Q4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0B0F"/>
                          </a:solidFill>
                          <a:latin typeface="Inter"/>
                        </a:rP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0B0F"/>
                          </a:solidFill>
                          <a:latin typeface="Inter"/>
                        </a:rPr>
                        <a:t>$1.2M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0B0F"/>
                          </a:solidFill>
                          <a:latin typeface="Inter"/>
                        </a:rPr>
                        <a:t>$1.8M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0B0F"/>
                          </a:solidFill>
                          <a:latin typeface="Inter"/>
                        </a:rPr>
                        <a:t>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0B0F"/>
                          </a:solidFill>
                          <a:latin typeface="Inter"/>
                        </a:rPr>
                        <a:t>12k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0B0F"/>
                          </a:solidFill>
                          <a:latin typeface="Inter"/>
                        </a:rPr>
                        <a:t>21k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0B0F"/>
                          </a:solidFill>
                          <a:latin typeface="Inter"/>
                        </a:rPr>
                        <a:t>NPS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0B0F"/>
                          </a:solidFill>
                          <a:latin typeface="Inter"/>
                        </a:rP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0B0F"/>
                          </a:solidFill>
                          <a:latin typeface="Inter"/>
                        </a:rPr>
                        <a:t>57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0"/>
            <a:ext cx="731520" cy="4572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>
                <a:solidFill>
                  <a:srgbClr val="0B0B0F"/>
                </a:solidFill>
                <a:latin typeface="Inter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06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6B7280"/>
                </a:solidFill>
                <a:latin typeface="Inter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B0B0F"/>
      </a:dk1>
      <a:lt1>
        <a:srgbClr val="F6F8FB"/>
      </a:lt1>
      <a:dk2>
        <a:srgbClr val="0D1117"/>
      </a:dk2>
      <a:lt2>
        <a:srgbClr val="F6F8FB"/>
      </a:lt2>
      <a:accent1>
        <a:srgbClr val="1F6FEB"/>
      </a:accent1>
      <a:accent2>
        <a:srgbClr val="39D0D8"/>
      </a:accent2>
      <a:accent3>
        <a:srgbClr val="6B7280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Inter"/>
        <a:ea typeface="Inter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Inter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